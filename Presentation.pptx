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2382" y="-12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5EC5-7D7F-4249-9AF1-50830F8034BB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6160-ABB0-4A8D-84BA-EB296C71BE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5EC5-7D7F-4249-9AF1-50830F8034BB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6160-ABB0-4A8D-84BA-EB296C71BE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5EC5-7D7F-4249-9AF1-50830F8034BB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6160-ABB0-4A8D-84BA-EB296C71BE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5EC5-7D7F-4249-9AF1-50830F8034BB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6160-ABB0-4A8D-84BA-EB296C71BE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5EC5-7D7F-4249-9AF1-50830F8034BB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6160-ABB0-4A8D-84BA-EB296C71BE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5EC5-7D7F-4249-9AF1-50830F8034BB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6160-ABB0-4A8D-84BA-EB296C71BE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5EC5-7D7F-4249-9AF1-50830F8034BB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6160-ABB0-4A8D-84BA-EB296C71BE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5EC5-7D7F-4249-9AF1-50830F8034BB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6160-ABB0-4A8D-84BA-EB296C71BE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5EC5-7D7F-4249-9AF1-50830F8034BB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6160-ABB0-4A8D-84BA-EB296C71BE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5EC5-7D7F-4249-9AF1-50830F8034BB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6160-ABB0-4A8D-84BA-EB296C71BE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5EC5-7D7F-4249-9AF1-50830F8034BB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6160-ABB0-4A8D-84BA-EB296C71BE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5EC5-7D7F-4249-9AF1-50830F8034BB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D6160-ABB0-4A8D-84BA-EB296C71BE1D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iman\Downloads\Slide 16_9 -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9144000" cy="51435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:\Users\himan\Downloads\Slide 16_9 - 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2" cy="5143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iman\Downloads\Slide 16_9 - 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" y="0"/>
            <a:ext cx="9143996" cy="5143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iman\Downloads\Slide 16_9 - 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9688" y="-22324"/>
            <a:ext cx="9183688" cy="516582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iman\Downloads\Slide 16_9 - 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3998" cy="5143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himan\Downloads\Slide 16_9 - 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Экран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Yolohov Gomer</dc:creator>
  <cp:lastModifiedBy>Yolohov Gomer</cp:lastModifiedBy>
  <cp:revision>2</cp:revision>
  <dcterms:created xsi:type="dcterms:W3CDTF">2025-11-12T16:48:07Z</dcterms:created>
  <dcterms:modified xsi:type="dcterms:W3CDTF">2025-11-12T17:00:52Z</dcterms:modified>
</cp:coreProperties>
</file>